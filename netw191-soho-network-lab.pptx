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NETW-191 · END OF COURSE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SOHO Network Lab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Designing, configuring, and securing a small office/home office network.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  ·  DeVry University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271455" y="0"/>
            <a:ext cx="1920240" cy="109728"/>
          </a:xfrm>
          <a:prstGeom prst="rect">
            <a:avLst/>
          </a:prstGeom>
          <a:solidFill>
            <a:srgbClr val="11182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280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" y="2286000"/>
            <a:ext cx="10177272" cy="356616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2606040"/>
            <a:ext cx="9464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covered a series of hands-on networking labs focused on configuring, testing, and securing a small office/home office (SOHO) network — including IP addressing, Class C subnetting, connectivity testing, and wireless security controls such as WPA2/WPA3 encryption and MAC filtering.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261872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5257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mapped the full network topology in Microsoft Visio, documenting the interconnection between client VMs and the SOHO router along with proper IP addressing — the blueprint used to configure and troubleshoot the rest of the lab.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63640" y="822960"/>
            <a:ext cx="5074920" cy="521208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picks/netw191_vis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4744" y="1115568"/>
            <a:ext cx="4212711" cy="46268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0760" y="8686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80760" y="1261872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&amp; Testing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80760" y="2331720"/>
            <a:ext cx="5257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network designed, I assigned static and dynamic IP addresses, configured loopback interfaces, and verified device-to-device connectivity end-to-end — confirming the network was properly addressed, routed, and reachable across every segment.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822960"/>
            <a:ext cx="5074920" cy="521208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picks/netw191_conne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393036"/>
            <a:ext cx="4489704" cy="4071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DEMONSTRATED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1704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205740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229514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51460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Addressing &amp;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Subnetting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9704" y="205740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29514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9" name="Text 7"/>
          <p:cNvSpPr/>
          <p:nvPr/>
        </p:nvSpPr>
        <p:spPr>
          <a:xfrm>
            <a:off x="4745736" y="251460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Diagramming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(Visio)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73568" y="205740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229514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51460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05840" y="420624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1872" y="444398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872" y="46634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Security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80160" y="2286000"/>
            <a:ext cx="9601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these labs, I built hands-on experience configuring, testing, and securing small networks — strengthening my grasp of core concepts like IP addressing, NAT, and DHCP, along with security practices like encryption and access control that carry directly into IT and cybersecurity roles.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2026-08-13T18:00:00Z</dcterms:created>
  <dcterms:modified xsi:type="dcterms:W3CDTF">2026-08-13T18:00:00Z</dcterms:modified>
</cp:coreProperties>
</file>