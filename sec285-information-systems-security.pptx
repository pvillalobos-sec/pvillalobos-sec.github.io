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488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EE6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SEC285 · FINAL PROJECT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2560320"/>
            <a:ext cx="10424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DCE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Fundamentals of Information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DCE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Systems Security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977640"/>
            <a:ext cx="8778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8FA0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“Cybersecurity is not just about technology — it's about protecting the information that drives every organization.”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5989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spc="50" kern="0" dirty="0">
                <a:solidFill>
                  <a:srgbClr val="8FA0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Philip Villalobos  ·  DeVry University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10271455" y="0"/>
            <a:ext cx="1920240" cy="109728"/>
          </a:xfrm>
          <a:prstGeom prst="rect">
            <a:avLst/>
          </a:prstGeom>
          <a:solidFill>
            <a:srgbClr val="111823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5840" y="868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A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05840" y="128016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DCE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Summary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005840" y="2286000"/>
            <a:ext cx="10177272" cy="3566160"/>
          </a:xfrm>
          <a:prstGeom prst="rect">
            <a:avLst/>
          </a:prstGeom>
          <a:solidFill>
            <a:srgbClr val="111823"/>
          </a:solidFill>
          <a:ln w="12700">
            <a:solidFill>
              <a:srgbClr val="222E4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371600" y="2606040"/>
            <a:ext cx="94640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8FA0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project applied core information systems security concepts across five hands-on modules — covering encryption, firewall configuration, multifactor authentication, vulnerability assessment, and security policy development — using real security tools in simulated lab environments.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645566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0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06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894015" y="645566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8FA0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PHILIP VILLALOBOS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68680"/>
            <a:ext cx="5257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A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1261872"/>
            <a:ext cx="5257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DCE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Encryption, Firewalls &amp; Access Control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" y="2331720"/>
            <a:ext cx="52578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8FA0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configured asymmetric file encryption and decryption, built stateful firewall rules with iptables, and set up multifactor authentication with Google Authenticator — then wrote an original BYOD security policy balancing usability with real-world compliance standards.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263640" y="822960"/>
            <a:ext cx="5074920" cy="5212080"/>
          </a:xfrm>
          <a:prstGeom prst="rect">
            <a:avLst/>
          </a:prstGeom>
          <a:solidFill>
            <a:srgbClr val="111823"/>
          </a:solidFill>
          <a:ln w="12700">
            <a:solidFill>
              <a:srgbClr val="222E4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/home/claude/picks/sec285_encryp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56248" y="2026647"/>
            <a:ext cx="4489704" cy="280470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645566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0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06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894015" y="645566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8FA0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PHILIP VILLALOBOS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80760" y="868680"/>
            <a:ext cx="5257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A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80760" y="1261872"/>
            <a:ext cx="5257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DCE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Vulnerability Assessment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080760" y="2331720"/>
            <a:ext cx="52578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8FA0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Nmap, Nessus, and Wireshark, I scanned a lab target system to identify open ports, misconfigurations, and vulnerabilities — then interpreted the results to prioritize which risks mattered most, from critical findings down to informational ones.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822960"/>
            <a:ext cx="5074920" cy="5212080"/>
          </a:xfrm>
          <a:prstGeom prst="rect">
            <a:avLst/>
          </a:prstGeom>
          <a:solidFill>
            <a:srgbClr val="111823"/>
          </a:solidFill>
          <a:ln w="12700">
            <a:solidFill>
              <a:srgbClr val="222E4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/home/claude/picks/sec285_nessu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" y="1740263"/>
            <a:ext cx="4489704" cy="337747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645566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0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06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894015" y="645566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8FA0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PHILIP VILLALOBOS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5840" y="777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A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DEMONSTRATED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05840" y="1170432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CE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Project Built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05840" y="2057400"/>
            <a:ext cx="3209544" cy="1874520"/>
          </a:xfrm>
          <a:prstGeom prst="rect">
            <a:avLst/>
          </a:prstGeom>
          <a:solidFill>
            <a:srgbClr val="111823"/>
          </a:solidFill>
          <a:ln w="12700">
            <a:solidFill>
              <a:srgbClr val="222E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61872" y="2295144"/>
            <a:ext cx="100584" cy="100584"/>
          </a:xfrm>
          <a:prstGeom prst="rect">
            <a:avLst/>
          </a:prstGeom>
          <a:solidFill>
            <a:srgbClr val="5EE6C7"/>
          </a:solidFill>
          <a:ln/>
        </p:spPr>
      </p:sp>
      <p:sp>
        <p:nvSpPr>
          <p:cNvPr id="6" name="Text 4"/>
          <p:cNvSpPr/>
          <p:nvPr/>
        </p:nvSpPr>
        <p:spPr>
          <a:xfrm>
            <a:off x="1261872" y="2514600"/>
            <a:ext cx="2697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DCE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Encryption &amp; Key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DCE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489704" y="2057400"/>
            <a:ext cx="3209544" cy="1874520"/>
          </a:xfrm>
          <a:prstGeom prst="rect">
            <a:avLst/>
          </a:prstGeom>
          <a:solidFill>
            <a:srgbClr val="111823"/>
          </a:solidFill>
          <a:ln w="12700">
            <a:solidFill>
              <a:srgbClr val="222E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45736" y="2295144"/>
            <a:ext cx="100584" cy="100584"/>
          </a:xfrm>
          <a:prstGeom prst="rect">
            <a:avLst/>
          </a:prstGeom>
          <a:solidFill>
            <a:srgbClr val="5EE6C7"/>
          </a:solidFill>
          <a:ln/>
        </p:spPr>
      </p:sp>
      <p:sp>
        <p:nvSpPr>
          <p:cNvPr id="9" name="Text 7"/>
          <p:cNvSpPr/>
          <p:nvPr/>
        </p:nvSpPr>
        <p:spPr>
          <a:xfrm>
            <a:off x="4745736" y="2514600"/>
            <a:ext cx="2697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DCE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Firewall Configuration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DCE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(iptables)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973568" y="2057400"/>
            <a:ext cx="3209544" cy="1874520"/>
          </a:xfrm>
          <a:prstGeom prst="rect">
            <a:avLst/>
          </a:prstGeom>
          <a:solidFill>
            <a:srgbClr val="111823"/>
          </a:solidFill>
          <a:ln w="12700">
            <a:solidFill>
              <a:srgbClr val="222E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2295144"/>
            <a:ext cx="100584" cy="100584"/>
          </a:xfrm>
          <a:prstGeom prst="rect">
            <a:avLst/>
          </a:prstGeom>
          <a:solidFill>
            <a:srgbClr val="5EE6C7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0" y="2514600"/>
            <a:ext cx="2697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DCE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Vulnerability Scanning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DCE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(Nmap / Nessus / Wireshark)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1005840" y="4206240"/>
            <a:ext cx="3209544" cy="1874520"/>
          </a:xfrm>
          <a:prstGeom prst="rect">
            <a:avLst/>
          </a:prstGeom>
          <a:solidFill>
            <a:srgbClr val="111823"/>
          </a:solidFill>
          <a:ln w="12700">
            <a:solidFill>
              <a:srgbClr val="222E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61872" y="4443984"/>
            <a:ext cx="100584" cy="100584"/>
          </a:xfrm>
          <a:prstGeom prst="rect">
            <a:avLst/>
          </a:prstGeom>
          <a:solidFill>
            <a:srgbClr val="5EE6C7"/>
          </a:solidFill>
          <a:ln/>
        </p:spPr>
      </p:sp>
      <p:sp>
        <p:nvSpPr>
          <p:cNvPr id="15" name="Text 13"/>
          <p:cNvSpPr/>
          <p:nvPr/>
        </p:nvSpPr>
        <p:spPr>
          <a:xfrm>
            <a:off x="1261872" y="4663440"/>
            <a:ext cx="2697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DCE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Multifactor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DCE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489704" y="4206240"/>
            <a:ext cx="3209544" cy="1874520"/>
          </a:xfrm>
          <a:prstGeom prst="rect">
            <a:avLst/>
          </a:prstGeom>
          <a:solidFill>
            <a:srgbClr val="111823"/>
          </a:solidFill>
          <a:ln w="12700">
            <a:solidFill>
              <a:srgbClr val="222E4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4443984"/>
            <a:ext cx="100584" cy="100584"/>
          </a:xfrm>
          <a:prstGeom prst="rect">
            <a:avLst/>
          </a:prstGeom>
          <a:solidFill>
            <a:srgbClr val="5EE6C7"/>
          </a:solidFill>
          <a:ln/>
        </p:spPr>
      </p:sp>
      <p:sp>
        <p:nvSpPr>
          <p:cNvPr id="18" name="Text 16"/>
          <p:cNvSpPr/>
          <p:nvPr/>
        </p:nvSpPr>
        <p:spPr>
          <a:xfrm>
            <a:off x="4745736" y="4663440"/>
            <a:ext cx="2697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DCE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Policy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DCE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 (BYOD)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7973568" y="4206240"/>
            <a:ext cx="3209544" cy="1874520"/>
          </a:xfrm>
          <a:prstGeom prst="rect">
            <a:avLst/>
          </a:prstGeom>
          <a:solidFill>
            <a:srgbClr val="111823"/>
          </a:solidFill>
          <a:ln w="12700">
            <a:solidFill>
              <a:srgbClr val="222E4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0" y="4443984"/>
            <a:ext cx="100584" cy="100584"/>
          </a:xfrm>
          <a:prstGeom prst="rect">
            <a:avLst/>
          </a:prstGeom>
          <a:solidFill>
            <a:srgbClr val="5EE6C7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0" y="4663440"/>
            <a:ext cx="2697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DCE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Documentation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DCE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Reporting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40080" y="645566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0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06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894015" y="645566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8FA0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PHILIP VILLALOBOS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80160" y="17373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EE6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280160" y="2286000"/>
            <a:ext cx="96012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900" dirty="0">
                <a:solidFill>
                  <a:srgbClr val="DCE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project let me apply core information security principles in real-world scenarios — from firewalls and encryption to policy writing and vulnerability scanning — deepening both my technical skills and my understanding of how to protect systems, data, and users.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40080" y="645566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0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06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894015" y="645566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8FA0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PHILIP VILLALOBOS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2026-08-13T18:00:00Z</dcterms:created>
  <dcterms:modified xsi:type="dcterms:W3CDTF">2026-08-13T18:00:00Z</dcterms:modified>
</cp:coreProperties>
</file>