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CEIS-114 · SIX-WEEK FINAL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Traffic Controller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simulated ESP32 traffic light system, built step-by-step in Wokwi.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  ·  DeVry University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271455" y="0"/>
            <a:ext cx="1920240" cy="109728"/>
          </a:xfrm>
          <a:prstGeom prst="rect">
            <a:avLst/>
          </a:prstGeom>
          <a:solidFill>
            <a:srgbClr val="1118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0177272" cy="356616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606040"/>
            <a:ext cx="9464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six weeks, I designed and progressively expanded a traffic light control system using the ESP32 microcontroller in the Wokwi virtual environment — starting with a single working light and building up to a full intersection system with pedestrian controls, sound, and visual feedback.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build combines two traffic lights, a pedestrian crosswalk button, a buzzer, and an LCD display, all coordinated through firmware written and tested in the Wokwi code editor. Each stage added new hardware and logic — from basic light timing to full pedestrian-aware sequencing.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ceis114_code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2364606"/>
            <a:ext cx="4489704" cy="21287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7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807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807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completed system was tested end-to-end in simulation — verifying light sequencing, crosswalk button response, buzzer alerts, and LCD status output — to confirm the hardware and code worked together as one functioning digital device.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ceis114_finalcircuit_l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23211"/>
            <a:ext cx="4489704" cy="36115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170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(ESP32)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9704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9" name="Text 7"/>
          <p:cNvSpPr/>
          <p:nvPr/>
        </p:nvSpPr>
        <p:spPr>
          <a:xfrm>
            <a:off x="4745736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Design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Wiring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3568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20624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444398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4663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System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80160" y="228600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six-week build was a strong lesson in how small components come together into a complete system. Wiring mistakes and timing bugs taught me patience and methodical debugging — skills that carry directly into more advanced IoT and embedded security work.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2026-08-13T18:01:01Z</dcterms:created>
  <dcterms:modified xsi:type="dcterms:W3CDTF">2026-08-13T18:01:01Z</dcterms:modified>
</cp:coreProperties>
</file>